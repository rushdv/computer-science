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8" r:id="rId3"/>
    <p:sldId id="340" r:id="rId4"/>
    <p:sldId id="403" r:id="rId5"/>
    <p:sldId id="380" r:id="rId6"/>
    <p:sldId id="381" r:id="rId7"/>
    <p:sldId id="404" r:id="rId8"/>
    <p:sldId id="405" r:id="rId9"/>
    <p:sldId id="406" r:id="rId10"/>
    <p:sldId id="407" r:id="rId11"/>
    <p:sldId id="408" r:id="rId12"/>
    <p:sldId id="409" r:id="rId13"/>
    <p:sldId id="410" r:id="rId14"/>
    <p:sldId id="411" r:id="rId15"/>
    <p:sldId id="412" r:id="rId16"/>
    <p:sldId id="413" r:id="rId17"/>
    <p:sldId id="414" r:id="rId18"/>
    <p:sldId id="415" r:id="rId19"/>
    <p:sldId id="416" r:id="rId20"/>
    <p:sldId id="417" r:id="rId21"/>
    <p:sldId id="382" r:id="rId22"/>
    <p:sldId id="383" r:id="rId23"/>
    <p:sldId id="418" r:id="rId24"/>
    <p:sldId id="419" r:id="rId25"/>
    <p:sldId id="420" r:id="rId26"/>
    <p:sldId id="421" r:id="rId27"/>
    <p:sldId id="422" r:id="rId28"/>
    <p:sldId id="423" r:id="rId29"/>
    <p:sldId id="424" r:id="rId30"/>
    <p:sldId id="425" r:id="rId31"/>
    <p:sldId id="426" r:id="rId32"/>
    <p:sldId id="427" r:id="rId33"/>
    <p:sldId id="281" r:id="rId3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9" roundtripDataSignature="AMtx7mgSE3pmRORSF/beTMrWOScEMNow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customschemas.google.com/relationships/presentationmetadata" Target="meta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310BFD5F-4660-048A-07F9-B14B7ECB0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8C971283-068E-1525-124F-EAE47DBA40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206513BF-0D2E-4682-7097-43AE60EEA8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08905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3401B2A7-9FA7-FBBA-4A61-0AF74AC10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9E3CEF69-5871-AA18-B49C-0C3821EDAB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21D8F8FB-7039-E06F-0EA7-389F00BD6A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960943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F4ECF8D3-1C28-6D1E-F13B-99E8AE6DF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6F524784-EF93-E1BF-DF00-1641877383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2621FAF9-FB8D-8796-B555-B4315C0489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246321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E47226B8-BE96-BFD4-F932-6A3DAA5D1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569D67D3-C0A5-2C32-B36E-6B2BC65912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DF6677FF-DC8C-6128-AA12-5A44F0F4F2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148446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6A620F98-8F7A-8D15-5395-90D518493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13256F05-B35A-773F-F549-25C6B0B71C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2ED0D22B-D98C-D575-2CAE-BFB94C32B6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105657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C15B76AC-1B33-BB37-698E-3925DC7E4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EEA81A92-825B-4CD1-AB9E-EC94AC3491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D5B686E6-27F6-6BCD-7F05-B248A6A07C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206367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CFBD2928-8A21-8610-764C-0BB325F23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A8FEB5ED-5ED9-1A11-C1FE-D3CA721673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62B3BF87-E227-EE50-01DD-E172D4AE4A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427529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2721E81F-30E5-4593-5A9A-9E374A13A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D8907874-73B5-BD3C-3819-F35F594CC5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53C9F66A-6E43-7AEF-C883-3F45A9E9AF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929032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93571AA0-DE73-F384-C490-EE9D8B908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73AB91A5-5F95-B1A5-166F-84A97260BB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D478C8A4-92F4-DC35-4F79-F8916144BB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780686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D0561789-4FA1-EA35-5070-2AC3BC26D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CB25A04F-2718-6C91-1A4D-9342B7347E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2B21D538-84E0-69A4-3365-091F47B8B7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889229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E2D36B13-E06D-91A1-684A-7DBA86F4A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1A9F23C9-3E1D-01E9-C08E-71C28AC84D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3289F4A1-6141-10B1-9B0C-7D4F921E4C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514270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A3FFAEB6-0FEC-CA31-FC58-1D48B3556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6414D177-53CE-4071-CEF1-8A92EE075D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E68CB89D-305D-B3C2-CB12-A468CD6DFF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361456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20BB13BD-2296-4123-C89D-08EE1F35F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C8ED9B08-DDAC-2E4B-4D04-757B781739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A36D9A73-1812-5DCA-EBC8-9A103E5FB2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818894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5A8494A6-A41C-F107-738F-CB30889BD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FA1DB1E4-CD64-F918-FD39-21A77B5B32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FD9EF8A1-8C2F-7816-F92F-26D4986D49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386796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F193BD84-8254-7008-66DE-100DD7CC9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25AB902C-6E2D-D8FF-2A7E-21EFF78E6A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54B1F2F9-79DA-A5A8-072A-6078A41AB0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801951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DB5E1A30-E30C-52C8-5A66-6B0756B82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CFD9B017-39CB-B49B-2268-A1523FDB1A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57C52329-1B21-C7F4-D732-15946EA0F6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764604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7227869C-28DA-024C-0D78-8D723E787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9F99DE38-F0F5-7E2F-3B1F-9F378AAE03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E697881F-ADC5-7C6F-186A-774E7B3603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791807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BC000532-8002-781C-9BC6-5BCF21AF2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C87AB4CC-03F6-11D0-5AEE-926F75A814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9B50A9F3-C973-B7A3-7657-944DE6A82A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64903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BA713092-B374-B0C3-6DE2-6CA9D1A1D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39ED865C-577D-C79B-973B-50EEC6EFD2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CA88504E-C46E-AFF3-5B90-0D31875026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177707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A558A9A0-2F4D-1EDE-2BF8-E01228A54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BD65D670-55EB-F24D-6508-F7B5F2D77A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8C97B4E2-E28B-DC25-F5B6-E6C3CD3D7B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62205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8540B98F-88BB-F7DE-69AF-66DBD2DE1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23B62EE4-8812-1176-3AF8-E9275FD693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9D819F02-23F1-ECB5-D955-1D1B07B269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79629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52EFEF9C-4CD9-823A-D741-E0EA6ED29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01FC864B-1D67-662D-85A3-2DB289F380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E33EC33A-2951-12EE-8388-CB0B84E070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928645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C13A54B0-14BB-605F-167E-7F2E7CE96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E0444DF6-22AD-EA93-CBEA-D323349A7E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D0C980ED-3283-5FFE-F31D-60BCE0BEFA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282248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C3E53A44-11B4-D1A2-66A7-0997FD202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AAFD07ED-3771-AEBC-9579-405D0FFDE0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DE1347C9-CB32-FBFC-C3D4-FAE44D4F33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248427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FB86BABA-5A5A-CAE1-074C-A635D7757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78FD5AE2-F282-6698-F9C7-ABB1A023F0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F7779081-B117-58CE-3572-83C1AEE98E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551409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8ADC93F7-7D7B-2742-0329-D4987BC74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4B0BDE54-356D-61CA-6AF2-1F65D4BFE4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7ADE3C5F-F877-5ACE-7D07-4CFAAC7F0C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1839193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99F3D44F-9F33-1788-025A-C31E52F2C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4DF2BB20-17F5-C209-0502-23496B9ED0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6DE6D1C2-3B29-66A7-6D3B-844D0A97F4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692789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ED26E482-28B0-CDE0-2296-361CC7F25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10AA3533-372D-E535-639A-0923CF9365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A3FE0DFE-885A-ED5E-C501-55C4031A9F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472822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82D486E0-0517-AB64-3EE5-FFE4C489C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A916492E-35A6-DF21-B4F0-8BF588DB48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E880D613-894A-8083-DCD6-EBA2948A0D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252590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344FB28F-3DCF-0AC5-C515-100A50609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7E1BD768-5078-7DE5-AAE8-DEC01DFA95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D84F1706-3B50-B78E-6163-36E146DFB0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94482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3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3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3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3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7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8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8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701421" y="1484029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5400"/>
              <a:buFont typeface="Calibri"/>
              <a:buNone/>
            </a:pPr>
            <a:r>
              <a:rPr lang="en-US" sz="5400" b="1" dirty="0">
                <a:solidFill>
                  <a:srgbClr val="833C0B"/>
                </a:solidFill>
              </a:rPr>
              <a:t>Topological Sort</a:t>
            </a:r>
            <a:endParaRPr dirty="0">
              <a:solidFill>
                <a:srgbClr val="833C0B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Introduction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102" name="Google Shape;102;p3"/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Topological sort of a DAG:</a:t>
            </a:r>
          </a:p>
          <a:p>
            <a:pPr lvl="1" indent="-387350" algn="just">
              <a:lnSpc>
                <a:spcPct val="95000"/>
              </a:lnSpc>
              <a:spcBef>
                <a:spcPts val="0"/>
              </a:spcBef>
              <a:buSzPts val="2500"/>
              <a:buFont typeface="Calibri"/>
              <a:buChar char="●"/>
            </a:pPr>
            <a:r>
              <a:rPr lang="en-SG" sz="2100" dirty="0">
                <a:solidFill>
                  <a:schemeClr val="tx1"/>
                </a:solidFill>
              </a:rPr>
              <a:t>Linear ordering of all vertices in graph G such that vertex u comes before vertex v if edge (u, v) is in G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There may be several topological orderings for a graph.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Applies only to DAGs (Directed Acyclic Graphs), and is not possible for cyclic or undirected graphs.</a:t>
            </a:r>
            <a:r>
              <a:rPr lang="en-SG" sz="2100" dirty="0">
                <a:solidFill>
                  <a:schemeClr val="tx1"/>
                </a:solidFill>
              </a:rPr>
              <a:t> 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It represents dependency ordering between vertices which is different from normal DFS or BFS traversals.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Used in problems like task scheduling, build order, course prerequisite ordering, etc.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B1ADC790-FEE6-2223-BE48-990EC0BA3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6FF9B83B-1C3A-0ED8-67A0-4C7EF41222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Example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3C67DF14-7638-8669-4E41-6D6AF6F737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Output: 4-&gt;5-&gt;3-&gt;1 or 5-&gt;4-&gt;3-&gt;1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52A551-00CC-1F72-4952-DD13BAFCAF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3664" y="2722651"/>
            <a:ext cx="4093479" cy="2955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983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E576F098-D70D-A6E9-0986-FC711D9EF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C13ACAC0-2183-75B4-FBDB-E6CE24BEA7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Directed Acyclic Graph(DAG)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4" name="Google Shape;102;p3">
            <a:extLst>
              <a:ext uri="{FF2B5EF4-FFF2-40B4-BE49-F238E27FC236}">
                <a16:creationId xmlns:a16="http://schemas.microsoft.com/office/drawing/2014/main" id="{04CC451F-CFD1-5E52-30F8-C40DD17873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DAGs are graphs where each edge is directed and no cycle exists in the graph. 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Why Topological Sort is not possible for graphs with undirected edges or cycles?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Wingdings" panose="05000000000000000000" pitchFamily="2" charset="2"/>
              <a:buChar char="Ø"/>
            </a:pPr>
            <a:r>
              <a:rPr lang="en-SG" sz="2500" b="1" dirty="0">
                <a:solidFill>
                  <a:schemeClr val="tx1"/>
                </a:solidFill>
              </a:rPr>
              <a:t>Undirected Graph: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     Every edge u–v can be seen as both </a:t>
            </a:r>
            <a:r>
              <a:rPr lang="en-SG" sz="2500" dirty="0" err="1">
                <a:solidFill>
                  <a:schemeClr val="tx1"/>
                </a:solidFill>
              </a:rPr>
              <a:t>u→v</a:t>
            </a:r>
            <a:r>
              <a:rPr lang="en-SG" sz="2500" dirty="0">
                <a:solidFill>
                  <a:schemeClr val="tx1"/>
                </a:solidFill>
              </a:rPr>
              <a:t> and </a:t>
            </a:r>
            <a:r>
              <a:rPr lang="en-SG" sz="2500" dirty="0" err="1">
                <a:solidFill>
                  <a:schemeClr val="tx1"/>
                </a:solidFill>
              </a:rPr>
              <a:t>v→u</a:t>
            </a:r>
            <a:r>
              <a:rPr lang="en-SG" sz="2500" dirty="0">
                <a:solidFill>
                  <a:schemeClr val="tx1"/>
                </a:solidFill>
              </a:rPr>
              <a:t>, so you can’t decide  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     which one should come first.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Wingdings" panose="05000000000000000000" pitchFamily="2" charset="2"/>
              <a:buChar char="Ø"/>
            </a:pPr>
            <a:r>
              <a:rPr lang="en-SG" sz="2500" b="1" dirty="0">
                <a:solidFill>
                  <a:schemeClr val="tx1"/>
                </a:solidFill>
              </a:rPr>
              <a:t>Cyclic Graph: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      Let's say the graph contains the cycle, </a:t>
            </a:r>
            <a:r>
              <a:rPr lang="en-SG" sz="2500" dirty="0" err="1">
                <a:solidFill>
                  <a:schemeClr val="tx1"/>
                </a:solidFill>
              </a:rPr>
              <a:t>u→v→w→u</a:t>
            </a:r>
            <a:r>
              <a:rPr lang="en-SG" sz="2500" dirty="0">
                <a:solidFill>
                  <a:schemeClr val="tx1"/>
                </a:solidFill>
              </a:rPr>
              <a:t>, then you’d need u 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      before v, v before w, and w before u — impossible to satisfy.</a:t>
            </a:r>
          </a:p>
        </p:txBody>
      </p:sp>
    </p:spTree>
    <p:extLst>
      <p:ext uri="{BB962C8B-B14F-4D97-AF65-F5344CB8AC3E}">
        <p14:creationId xmlns:p14="http://schemas.microsoft.com/office/powerpoint/2010/main" val="563846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A848B1E1-BD59-F7E3-5A06-7EE99E0C0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99560A57-0E42-49C8-6BC2-D091B18BD1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Topological sorting using Kahn’s Algorithm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A17F2BD2-67F9-87E9-1D8A-D4289F3189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The idea is to use Kahn’s Algorithm, which applies BFS to generate a valid topological ordering.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 We first compute the in-degree of every vertex — representing how many incoming edges each vertex has. Then, all vertices with an in-degree of 0 are added to a queue, as they can appear first in the ordering.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 We repeatedly remove a vertex from the queue, add it to our result list, and reduce the in-degree of all its adjacent vertices. If any of those vertices now have an in-degree of 0, they are added to the queue.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This process continues until the queue is empty, and the resulting order represents one valid topological sort of the graph.</a:t>
            </a:r>
          </a:p>
        </p:txBody>
      </p:sp>
    </p:spTree>
    <p:extLst>
      <p:ext uri="{BB962C8B-B14F-4D97-AF65-F5344CB8AC3E}">
        <p14:creationId xmlns:p14="http://schemas.microsoft.com/office/powerpoint/2010/main" val="4155360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7EF3DC26-0A78-35A7-5D6F-CD694D0AE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9D7CB8EA-F482-51AB-1B9E-30BAB52148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Kahn’s Algorithm-Example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069003B6-B836-BD50-4746-14B915F4CD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B0E46E6-6E7F-09DD-CFC0-85822A697A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483"/>
          <a:stretch>
            <a:fillRect/>
          </a:stretch>
        </p:blipFill>
        <p:spPr>
          <a:xfrm>
            <a:off x="2286000" y="2342508"/>
            <a:ext cx="7620000" cy="2991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300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4BA9C412-16CA-40F4-DBB8-42D163B47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6EB548CB-89C5-194C-B31C-B4315C5064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Kahn’s Algorithm-Example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79F7BB69-9D25-7C7B-89FE-D0EDD16E74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0AB3E4-418B-F2CF-F4BA-36D081D71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904144"/>
            <a:ext cx="762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262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A9497EA2-499D-5098-A7B3-51AA00724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2D7C743F-E0E6-6CD9-FF09-00DE657808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Kahn’s Algorithm-Example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93B150EE-D205-9B59-BA04-E1B86475C7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CD1734-D851-96B6-A3CE-2C9F24378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863047"/>
            <a:ext cx="762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819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E72073AC-B46D-AF4D-8C34-F6376FEB4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D5AFAD6A-1871-34A2-5063-ED41C1E100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Kahn’s Algorithm-Example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9FF51F52-C3FD-E869-290C-7F96961FA1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7BD479-BC97-077D-314B-342CB451C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7919" y="1613043"/>
            <a:ext cx="7935074" cy="3967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28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3645CFF3-4872-3E17-5805-7F1DCC031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4D10D5ED-B62F-C369-BDCB-0D6294C4F5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Kahn’s Algorithm-Example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0CEE73B3-1D0D-AAE4-A3D8-66307B4A09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E8A299-C792-5FAE-C597-65ED1D067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7645" y="1684961"/>
            <a:ext cx="7935074" cy="3967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1368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FECDF68E-F63B-7EFC-D36D-927D8BC61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C41BDC37-DCA0-B45F-C6B5-F4ACD23103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Kahn’s Algorithm-Example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BFDB60FB-76AE-C59D-7232-EC1231FC3F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A3A941-00BF-A587-50FC-7114841F6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3807" y="1777430"/>
            <a:ext cx="8120008" cy="4060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917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7404B004-F0AC-30BE-BB14-7D46363BE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1E7B96A4-45A3-7D11-974D-D016BD2835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Kahn’s Algorithm-Example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15C77EF8-DB48-CA60-2EE2-AF780DA4CA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0C92A2-D31A-A458-8A84-B23B7992D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5177" y="1654140"/>
            <a:ext cx="8120008" cy="4060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863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F7B5EC6F-ADAC-7256-0FE4-8BCC5AAC9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253005B0-E6EF-D3A1-39B4-F23B04C699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Kahn’s Algorithm-Example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39A2B453-E971-A22C-F350-264FDF82DC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CAF35E-D26F-A3BD-3076-2EACBD15A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2984" y="1540563"/>
            <a:ext cx="8511548" cy="4255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4283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94D31DEA-7406-D6AD-728A-C1DE75ADB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571F08C8-5824-DC8F-D9BF-34FE5B723F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Kahn’s Algorithm-Example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BA216112-89C4-1D1B-EC29-FFB4BB3945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14DE49-806C-D376-B55F-7BB011F53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886" y="1540563"/>
            <a:ext cx="8367710" cy="4183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9663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BC863C67-F1B4-E908-61D2-9ACAACDEA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278DFEB0-060E-C3E1-7F92-41A60D490A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Kahn’s Algorithm-Example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1E25C75F-0CBF-3948-70F2-CE86293D2A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1B610A-2D31-6492-8FBD-60B3DF5FE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1613" y="1448657"/>
            <a:ext cx="8344920" cy="417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3670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5DEB687E-5BED-2B16-6CE5-863FF9FAB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7079CDBE-EC24-873F-2FBD-B782FCD7D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Kahn’s Algorithm-Example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E991B9A3-2D6B-2D77-B95C-673FE93D6A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EB2E0D-CC6A-A7BE-09A3-1FAEC81A65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159" y="1540563"/>
            <a:ext cx="8324372" cy="4162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8362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C71777BA-0968-DD09-1EC9-487083BD0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B2094B6D-7DE5-53BA-181A-821C684608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Kahn’s Algorithm-Example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A84E0246-D2A9-EDBB-E0DA-1C64FC46DF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5879FF-2EBF-16C6-4534-6A8482ABB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2162" y="1540563"/>
            <a:ext cx="8325492" cy="4162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7731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368F50F0-5AF5-693C-B88B-C422CFB8D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B03C683C-6472-F7CF-0177-81BE7325F0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Kahn’s Algorithm-Example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9FF9F546-8A15-3897-23D9-DCA26DFDBF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C127BF-EB28-6E07-364A-1732364C1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1888" y="1581099"/>
            <a:ext cx="8263848" cy="4131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3060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F6DC5293-2758-06B7-A2C5-28B225DD4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8D7C8967-FD65-B768-0292-B22970B388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Kahn’s Algorithm-Example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728C5FD3-AEF0-D5D3-1810-85B8E5394F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A2B05D-BCFB-D356-A3C0-9BD36CD0C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1888" y="1581099"/>
            <a:ext cx="8263848" cy="4131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4095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B3FBEA06-60C4-3D03-9643-5D29FBDE8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87A7D8A9-1B6E-0561-DFA1-DF6AA026FE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Kahn’s Algorithm-Example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29FACC1C-798D-B883-C8D2-A8C1BAB66D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C7F25E-BF43-75C0-A7E1-6F8C8F4907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403" y="1540563"/>
            <a:ext cx="8573194" cy="4286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415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F2A2A8CD-3EA5-145A-ABCB-48F14DD7E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8F59DE16-367A-3826-5245-95CFEB7448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Topological Sorting using DFS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ED9E528E-3D41-2012-39C9-8978E6A26C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The idea is to perform a DFS traversal starting from every unvisited vertex (from 0 to n − 1).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For each DFS call, we first explore all unvisited </a:t>
            </a:r>
            <a:r>
              <a:rPr lang="en-SG" sz="2500" dirty="0" err="1">
                <a:solidFill>
                  <a:schemeClr val="tx1"/>
                </a:solidFill>
              </a:rPr>
              <a:t>neighbors</a:t>
            </a:r>
            <a:r>
              <a:rPr lang="en-SG" sz="2500" dirty="0">
                <a:solidFill>
                  <a:schemeClr val="tx1"/>
                </a:solidFill>
              </a:rPr>
              <a:t> of the current node. 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Once the recursive calls for all its </a:t>
            </a:r>
            <a:r>
              <a:rPr lang="en-SG" sz="2500" dirty="0" err="1">
                <a:solidFill>
                  <a:schemeClr val="tx1"/>
                </a:solidFill>
              </a:rPr>
              <a:t>neighbors</a:t>
            </a:r>
            <a:r>
              <a:rPr lang="en-SG" sz="2500" dirty="0">
                <a:solidFill>
                  <a:schemeClr val="tx1"/>
                </a:solidFill>
              </a:rPr>
              <a:t> are complete, we start pushing these nodes into a stack while backtracking.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After all vertices are processed, we pop elements from the stack one by one into a list — this gives a valid topological ordering, as each node is placed before all nodes it points to.</a:t>
            </a:r>
          </a:p>
        </p:txBody>
      </p:sp>
    </p:spTree>
    <p:extLst>
      <p:ext uri="{BB962C8B-B14F-4D97-AF65-F5344CB8AC3E}">
        <p14:creationId xmlns:p14="http://schemas.microsoft.com/office/powerpoint/2010/main" val="23602093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404270F0-6F60-E9AB-451D-00E7C7D03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148379DD-801C-0CE8-66EB-5A496626C7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DFS-Example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7D84A572-7111-93FC-AC03-DB9F374E12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A679A8-E16A-0CA9-8D3D-8DF01B0431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9420" y="1540563"/>
            <a:ext cx="8477114" cy="4238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0027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936E4B14-4115-E108-299B-880F227CA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7D309D27-4A90-2360-6CF4-6C3BF127F5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DFS-Example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713AD458-2471-8CC1-2018-664C13BF6D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A1B367-0EAF-AF9D-9D43-AE1551F47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2710" y="1654140"/>
            <a:ext cx="8325492" cy="4162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1890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DD49EC00-B425-9E31-91DC-60987442D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45849507-57BF-B687-F352-132E527AB1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DFS-Example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FB71E06E-9DF5-1206-E382-53D82A1B2C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EBC2B9-7B3E-6251-756E-8EA723368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540563"/>
            <a:ext cx="8306066" cy="4153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8297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41B44E51-912D-C375-0E04-942D55325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63A126BE-1AA9-3FF6-45A9-BB2CE5BEE9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DFS-Example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249AAF9F-4108-03D4-233A-C257B1E34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989847-0387-F66E-4B04-76BBD848B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8871" y="1674687"/>
            <a:ext cx="8387138" cy="4193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2964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0943D062-910A-753F-CDD4-F1A95E510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D593F85B-DE57-008E-D4AC-37621256E8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DFS-Example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D54DD179-7B1C-E93E-39EF-068F755397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976F6D-A8D5-8C4B-B12B-A53372636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1613" y="1428108"/>
            <a:ext cx="8303822" cy="4151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9492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8FB37837-0635-E064-53FC-CCF6A09BF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0407CF84-25FD-7A8F-71EA-5222BFCDEB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DFS-Example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9182A2B2-6D37-E8DF-4FDE-B93339BF44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E28638-8C76-C0FF-F6BF-DDDFE371E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3532" y="1540563"/>
            <a:ext cx="8325492" cy="4162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0807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C1B45CF0-67F2-D634-F6BC-A0AD41630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A8EE4D56-7B8F-90C8-9C61-32C17DFE6B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DFS-Example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EE1C4435-E3FF-1F71-CBAD-9939529B4C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715D8E-44C0-2279-1F43-59B0D99AE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518" y="1438383"/>
            <a:ext cx="8632594" cy="4316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5645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16579787-7014-75F6-7308-9DFE5029E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7539B21E-0139-22A6-18CD-5AD64454F5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DFS-Example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3297A004-1FA0-F56A-DD71-78BA3E5E32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F0B5FC-A60E-74CC-2C80-9CA62F349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517" y="1540563"/>
            <a:ext cx="8304944" cy="415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0349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EA485104-BAC1-6631-3BC1-CA6805EF8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E3F02D0A-5CD6-850D-28B8-A59EBBC237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DFS-Example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F1D6DE1F-7004-8672-516C-74BBA1B318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6D9804-0C74-4287-86B5-AA33C70004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4904" y="1540563"/>
            <a:ext cx="8346042" cy="4173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0858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7A3FB70A-28F6-C1D4-845D-662C61487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D650986B-2E64-E559-68DE-49E6D5B696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DFS-Example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4916AC6D-4CC1-FD98-B785-0C3EC29BD6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4F91A0-BF43-2B2C-8D3C-C734E32A8B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7371" y="1613042"/>
            <a:ext cx="7996720" cy="3998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1948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30B0818A-DE8D-0B2B-30B4-1347BE1F3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A84CD5E5-8237-973C-9B9A-09C6D0536E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DFS-Example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A3CB7C8C-D58C-8332-A1BF-0725989EF2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48ECA7-5F1E-C69A-B133-EBDA16CA5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7641" y="1540563"/>
            <a:ext cx="8264968" cy="4132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9733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</a:pPr>
            <a:endParaRPr sz="8000"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8000"/>
              <a:buNone/>
            </a:pPr>
            <a:r>
              <a:rPr lang="en-US" sz="8000" dirty="0">
                <a:solidFill>
                  <a:srgbClr val="C00000"/>
                </a:solidFill>
              </a:rPr>
              <a:t>Thank You</a:t>
            </a:r>
            <a:endParaRPr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2913</TotalTime>
  <Words>502</Words>
  <Application>Microsoft Office PowerPoint</Application>
  <PresentationFormat>Widescreen</PresentationFormat>
  <Paragraphs>61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Wingdings</vt:lpstr>
      <vt:lpstr>Office Theme</vt:lpstr>
      <vt:lpstr>Topological Sort</vt:lpstr>
      <vt:lpstr>Introduction</vt:lpstr>
      <vt:lpstr>Example</vt:lpstr>
      <vt:lpstr>Directed Acyclic Graph(DAG)</vt:lpstr>
      <vt:lpstr>Topological sorting using Kahn’s Algorithm</vt:lpstr>
      <vt:lpstr>Kahn’s Algorithm-Example</vt:lpstr>
      <vt:lpstr>Kahn’s Algorithm-Example</vt:lpstr>
      <vt:lpstr>Kahn’s Algorithm-Example</vt:lpstr>
      <vt:lpstr>Kahn’s Algorithm-Example</vt:lpstr>
      <vt:lpstr>Kahn’s Algorithm-Example</vt:lpstr>
      <vt:lpstr>Kahn’s Algorithm-Example</vt:lpstr>
      <vt:lpstr>Kahn’s Algorithm-Example</vt:lpstr>
      <vt:lpstr>Kahn’s Algorithm-Example</vt:lpstr>
      <vt:lpstr>Kahn’s Algorithm-Example</vt:lpstr>
      <vt:lpstr>Kahn’s Algorithm-Example</vt:lpstr>
      <vt:lpstr>Kahn’s Algorithm-Example</vt:lpstr>
      <vt:lpstr>Kahn’s Algorithm-Example</vt:lpstr>
      <vt:lpstr>Kahn’s Algorithm-Example</vt:lpstr>
      <vt:lpstr>Kahn’s Algorithm-Example</vt:lpstr>
      <vt:lpstr>Kahn’s Algorithm-Example</vt:lpstr>
      <vt:lpstr>Topological Sorting using DFS</vt:lpstr>
      <vt:lpstr>DFS-Example</vt:lpstr>
      <vt:lpstr>DFS-Example</vt:lpstr>
      <vt:lpstr>DFS-Example</vt:lpstr>
      <vt:lpstr>DFS-Example</vt:lpstr>
      <vt:lpstr>DFS-Example</vt:lpstr>
      <vt:lpstr>DFS-Example</vt:lpstr>
      <vt:lpstr>DFS-Example</vt:lpstr>
      <vt:lpstr>DFS-Example</vt:lpstr>
      <vt:lpstr>DFS-Example</vt:lpstr>
      <vt:lpstr>DFS-Example</vt:lpstr>
      <vt:lpstr>DFS-Example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Insanur Shuvo</dc:creator>
  <cp:lastModifiedBy>Maimuna Chowdhury Disha</cp:lastModifiedBy>
  <cp:revision>44</cp:revision>
  <dcterms:created xsi:type="dcterms:W3CDTF">2016-09-19T04:08:53Z</dcterms:created>
  <dcterms:modified xsi:type="dcterms:W3CDTF">2026-04-13T06:00:26Z</dcterms:modified>
</cp:coreProperties>
</file>